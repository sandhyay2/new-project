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SimSun" panose="02010600030101010101" pitchFamily="2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SimSun" panose="02010600030101010101" pitchFamily="2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SimSun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It’s my new project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  <a:p>
            <a:r>
              <a:rPr lang="en-US"/>
              <a:t>2</a:t>
            </a:r>
            <a:endParaRPr lang="en-US"/>
          </a:p>
          <a:p>
            <a:r>
              <a:rPr lang="en-US"/>
              <a:t>3</a:t>
            </a:r>
            <a:endParaRPr lang="en-US"/>
          </a:p>
          <a:p>
            <a:r>
              <a:rPr lang="en-US"/>
              <a:t>4</a:t>
            </a:r>
            <a:endParaRPr lang="en-US"/>
          </a:p>
          <a:p>
            <a:r>
              <a:rPr lang="en-US"/>
              <a:t>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Presentation</Application>
  <PresentationFormat/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Arial Unicode MS</vt:lpstr>
      <vt:lpstr>Microsoft YaHei</vt:lpstr>
      <vt:lpstr>Calibri</vt:lpstr>
      <vt:lpstr>Default Design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It’s my new project</dc:title>
  <dc:creator>YASH_G</dc:creator>
  <cp:lastModifiedBy>Yash Guldagad</cp:lastModifiedBy>
  <cp:revision>1</cp:revision>
  <dcterms:created xsi:type="dcterms:W3CDTF">2025-11-21T16:39:02Z</dcterms:created>
  <dcterms:modified xsi:type="dcterms:W3CDTF">2025-11-21T16:39:02Z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15AA8CBC0BDB44918110436B44B238CE_13</vt:lpwstr>
  </property>
</Properties>
</file>